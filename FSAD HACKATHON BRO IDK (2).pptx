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78" r:id="rId3"/>
    <p:sldId id="257" r:id="rId4"/>
    <p:sldId id="321" r:id="rId5"/>
    <p:sldId id="330" r:id="rId6"/>
    <p:sldId id="331" r:id="rId7"/>
    <p:sldId id="323" r:id="rId8"/>
    <p:sldId id="324" r:id="rId9"/>
    <p:sldId id="277" r:id="rId10"/>
    <p:sldId id="320" r:id="rId11"/>
    <p:sldId id="327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006CD-081F-433D-A475-624519872997}" v="73" dt="2026-03-27T15:28:54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2A2A7-8E58-4AA3-854C-AFDBFBEC253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1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s://www.baeldung.com/" TargetMode="External"/><Relationship Id="rId4" Type="http://schemas.openxmlformats.org/officeDocument/2006/relationships/hyperlink" Target="https://dev.mysql.com/doc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 links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KL University - KL University added a ...">
            <a:extLst>
              <a:ext uri="{FF2B5EF4-FFF2-40B4-BE49-F238E27FC236}">
                <a16:creationId xmlns:a16="http://schemas.microsoft.com/office/drawing/2014/main" id="{154AAD93-F561-3EB7-AC6D-1CA95D4F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 Micro-Learning Portal is a full-stack LMS where experts upload tutorials and learners submit their work. </a:t>
            </a:r>
          </a:p>
          <a:p>
            <a:r>
              <a:rPr lang="en-US" dirty="0"/>
              <a:t>It allows peer evaluation to improve learning and collaboration. </a:t>
            </a:r>
          </a:p>
          <a:p>
            <a:r>
              <a:rPr lang="en-US" dirty="0"/>
              <a:t>The system uses React and Spring Boot for smooth interaction and content management. </a:t>
            </a:r>
          </a:p>
          <a:p>
            <a:r>
              <a:rPr lang="en-US" dirty="0"/>
              <a:t>It also supports video uploads and tracks user progress.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1E575F83-B8A9-AC71-4FC2-2CD9F72D2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A59DFFC1-13AF-F3B2-ABCD-6CC4E2EAE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1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5A2DE3-023D-65D1-9461-41D65C8BD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1586300"/>
            <a:ext cx="883920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learning is growing fast, but many platforms only provide videos without interaction.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need a system where they can learn and also show their work.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helps learners submit their work and get feedback from others.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creates a more interactive and practical learning experience.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6B3E532B-262E-C51E-B262-51474FA4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273D82C-45A0-91AB-6F46-D80D76524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1724231"/>
            <a:ext cx="89154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learning platforms only focus on watching videos and not on active participation.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no proper system for students to submit their work and get feedback.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Peer-to-peer evaluation is missing in most platforms.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tracking is not clear or well-structured for learners.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reduces engagement and makes it hard to measure real learning. </a:t>
            </a:r>
          </a:p>
        </p:txBody>
      </p:sp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D9D9-DAE5-C921-A70D-B447E6F2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338B-3E39-F7EF-8DDC-3F95479CC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7638"/>
            <a:ext cx="8229600" cy="4525963"/>
          </a:xfrm>
        </p:spPr>
        <p:txBody>
          <a:bodyPr>
            <a:noAutofit/>
          </a:bodyPr>
          <a:lstStyle/>
          <a:p>
            <a:r>
              <a:rPr lang="en-US" b="1" u="sng" dirty="0"/>
              <a:t>Objective 1:</a:t>
            </a:r>
            <a:br>
              <a:rPr lang="en-US" sz="2800" dirty="0"/>
            </a:br>
            <a:r>
              <a:rPr lang="en-US" sz="2800" dirty="0"/>
              <a:t>To develop a full-stack Micro-Learning Portal that allows experts to upload tutorials and learners to access them.</a:t>
            </a:r>
          </a:p>
          <a:p>
            <a:r>
              <a:rPr lang="en-US" b="1" u="sng" dirty="0"/>
              <a:t>Justification:</a:t>
            </a:r>
            <a:br>
              <a:rPr lang="en-US" sz="2800" dirty="0"/>
            </a:br>
            <a:r>
              <a:rPr lang="en-US" sz="2800" dirty="0"/>
              <a:t>This helps users learn from structured content in one place.</a:t>
            </a:r>
            <a:br>
              <a:rPr lang="en-US" sz="2800" dirty="0"/>
            </a:br>
            <a:r>
              <a:rPr lang="en-US" sz="2800" dirty="0"/>
              <a:t>It makes learning more accessible and organized.</a:t>
            </a:r>
            <a:br>
              <a:rPr lang="en-US" sz="2800" dirty="0"/>
            </a:br>
            <a:r>
              <a:rPr lang="en-US" sz="2800" dirty="0"/>
              <a:t>It also provides a platform for both teaching and learning efficiently.</a:t>
            </a:r>
          </a:p>
        </p:txBody>
      </p:sp>
    </p:spTree>
    <p:extLst>
      <p:ext uri="{BB962C8B-B14F-4D97-AF65-F5344CB8AC3E}">
        <p14:creationId xmlns:p14="http://schemas.microsoft.com/office/powerpoint/2010/main" val="320263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5973-FDD6-2191-BE22-E52B74CB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9294-0E25-56EF-C400-0757016D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EE207-E4C7-9B63-57D8-9615C47EC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6018"/>
            <a:ext cx="8229600" cy="4525963"/>
          </a:xfrm>
        </p:spPr>
        <p:txBody>
          <a:bodyPr>
            <a:noAutofit/>
          </a:bodyPr>
          <a:lstStyle/>
          <a:p>
            <a:r>
              <a:rPr lang="en-US" b="1" u="sng" dirty="0"/>
              <a:t>Objective 2:</a:t>
            </a:r>
            <a:br>
              <a:rPr lang="en-US" dirty="0"/>
            </a:br>
            <a:r>
              <a:rPr lang="en-US" dirty="0"/>
              <a:t>To implement a peer-review and progress tracking system for learner submissions.</a:t>
            </a:r>
          </a:p>
          <a:p>
            <a:r>
              <a:rPr lang="en-US" b="1" u="sng" dirty="0"/>
              <a:t>Justification:</a:t>
            </a:r>
            <a:br>
              <a:rPr lang="en-US" dirty="0"/>
            </a:br>
            <a:r>
              <a:rPr lang="en-US" dirty="0"/>
              <a:t>This allows learners to get feedback on their work.</a:t>
            </a:r>
            <a:br>
              <a:rPr lang="en-US" dirty="0"/>
            </a:br>
            <a:r>
              <a:rPr lang="en-US" dirty="0"/>
              <a:t>It improves understanding through collaboration.</a:t>
            </a:r>
            <a:br>
              <a:rPr lang="en-US" dirty="0"/>
            </a:br>
            <a:r>
              <a:rPr lang="en-US" dirty="0"/>
              <a:t>It also helps users track their learning progress over time.</a:t>
            </a:r>
          </a:p>
        </p:txBody>
      </p:sp>
    </p:spTree>
    <p:extLst>
      <p:ext uri="{BB962C8B-B14F-4D97-AF65-F5344CB8AC3E}">
        <p14:creationId xmlns:p14="http://schemas.microsoft.com/office/powerpoint/2010/main" val="374998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7B124834-835C-413E-6C86-F2D9E7224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463" y="0"/>
            <a:ext cx="1042063" cy="10461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E3D15FF-D452-E9B0-35F9-E80B5A8D1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692276"/>
            <a:ext cx="85344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(Displays available tutorials, categories, and featured content)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Registration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(New users can create an account)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(Users can log in to access their dashboard)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(Shows user progress, enrolled tutorials, and activities)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Page (Experts)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(Experts can upload tutorials and videos)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Tutorial Viewing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(Users can watch tutorials and access learning materials)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Submission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(Learners can upload their proof of work)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 Review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(Users can review and rate others’ submissions)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Page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(Displays user details, history, and progress) </a:t>
            </a:r>
          </a:p>
        </p:txBody>
      </p:sp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" y="22711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 of the proposed work</a:t>
            </a: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D8235238-4868-4893-E0D5-8AFC826B0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24"/>
            <a:ext cx="990600" cy="9944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B6FE379-9293-0B89-EEF3-AEB5A3AEB3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967" y="1353489"/>
            <a:ext cx="792480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fully functional LMS platform with smooth frontend-backend integration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handling of video uploads and content delivery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peer-review system with scoring algorithms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learner engagement through interactive features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system design suitable for real-world deployment </a:t>
            </a:r>
          </a:p>
        </p:txBody>
      </p:sp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8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The Micro-Learning Portal is an interactive platform for learning, submissions, and peer review. It improves skills through practical experience and showcases full-stack development.</a:t>
            </a:r>
          </a:p>
          <a:p>
            <a:r>
              <a:rPr lang="en-US" b="1" dirty="0"/>
              <a:t>Future Scope:</a:t>
            </a:r>
            <a:br>
              <a:rPr lang="en-US" dirty="0"/>
            </a:br>
            <a:r>
              <a:rPr lang="en-US" dirty="0"/>
              <a:t>The system can be enhanced by adding AI-based recommendations, advanced review algorithms, and real-time features like live classes. It can also be deployed on the cloud and extended into a mobile app for better accessibility.</a:t>
            </a:r>
          </a:p>
          <a:p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9AD860E8-A95C-36B1-4988-A1BECA1F7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313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84242"/>
            <a:ext cx="8229600" cy="4648200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References</a:t>
            </a:r>
          </a:p>
          <a:p>
            <a:r>
              <a:rPr lang="en-IN" sz="9600" dirty="0"/>
              <a:t>Spring Boot Documentation – Backend Development Guide </a:t>
            </a:r>
          </a:p>
          <a:p>
            <a:r>
              <a:rPr lang="en-IN" sz="9600" dirty="0"/>
              <a:t>React Official Documentation – Frontend Development </a:t>
            </a:r>
          </a:p>
          <a:p>
            <a:r>
              <a:rPr lang="en-IN" sz="9600" dirty="0"/>
              <a:t>MySQL Documentation – Database Management </a:t>
            </a:r>
          </a:p>
          <a:p>
            <a:r>
              <a:rPr lang="en-IN" sz="9600" dirty="0" err="1"/>
              <a:t>Baeldung</a:t>
            </a:r>
            <a:r>
              <a:rPr lang="en-IN" sz="9600" dirty="0"/>
              <a:t> – Spring Boot Tutorials and Guides </a:t>
            </a:r>
          </a:p>
          <a:p>
            <a:r>
              <a:rPr lang="en-IN" sz="9600" b="1" dirty="0"/>
              <a:t>Links</a:t>
            </a:r>
          </a:p>
          <a:p>
            <a:r>
              <a:rPr lang="en-IN" sz="9600" dirty="0">
                <a:hlinkClick r:id="rId2"/>
              </a:rPr>
              <a:t>https://spring.io/projects/spring-boot</a:t>
            </a:r>
            <a:r>
              <a:rPr lang="en-IN" sz="9600" dirty="0"/>
              <a:t> </a:t>
            </a:r>
          </a:p>
          <a:p>
            <a:r>
              <a:rPr lang="en-IN" sz="9600" dirty="0">
                <a:hlinkClick r:id="rId3"/>
              </a:rPr>
              <a:t>https://react.dev/</a:t>
            </a:r>
            <a:r>
              <a:rPr lang="en-IN" sz="9600" dirty="0"/>
              <a:t> </a:t>
            </a:r>
          </a:p>
          <a:p>
            <a:r>
              <a:rPr lang="en-IN" sz="9600" dirty="0">
                <a:hlinkClick r:id="rId4"/>
              </a:rPr>
              <a:t>https://dev.mysql.com/doc/</a:t>
            </a:r>
            <a:r>
              <a:rPr lang="en-IN" sz="9600" dirty="0"/>
              <a:t> </a:t>
            </a:r>
          </a:p>
          <a:p>
            <a:r>
              <a:rPr lang="en-IN" sz="9600" dirty="0">
                <a:hlinkClick r:id="rId5"/>
              </a:rPr>
              <a:t>https://www.baeldung.com/</a:t>
            </a:r>
            <a:endParaRPr lang="en-IN" sz="9600" dirty="0"/>
          </a:p>
          <a:p>
            <a:endParaRPr lang="en-US" sz="9600" dirty="0"/>
          </a:p>
        </p:txBody>
      </p:sp>
      <p:pic>
        <p:nvPicPr>
          <p:cNvPr id="4" name="Picture 3" descr="KL University - KL University added a ...">
            <a:extLst>
              <a:ext uri="{FF2B5EF4-FFF2-40B4-BE49-F238E27FC236}">
                <a16:creationId xmlns:a16="http://schemas.microsoft.com/office/drawing/2014/main" id="{A6C6F220-D0A4-736C-B4EF-2A7E7AF36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531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 rot="19821540"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608</Words>
  <Application>Microsoft Office PowerPoint</Application>
  <PresentationFormat>On-screen Show (4:3)</PresentationFormat>
  <Paragraphs>67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Outline of the presentation</vt:lpstr>
      <vt:lpstr>Abstract</vt:lpstr>
      <vt:lpstr>Introduction</vt:lpstr>
      <vt:lpstr>Problem Statement </vt:lpstr>
      <vt:lpstr>Objectives with justification </vt:lpstr>
      <vt:lpstr>Objectives with justification </vt:lpstr>
      <vt:lpstr>Modules[Frontend web pages]</vt:lpstr>
      <vt:lpstr>Expected outcome of the proposed work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adithya vennkata</cp:lastModifiedBy>
  <cp:revision>194</cp:revision>
  <dcterms:created xsi:type="dcterms:W3CDTF">2006-08-16T00:00:00Z</dcterms:created>
  <dcterms:modified xsi:type="dcterms:W3CDTF">2026-03-27T15:29:26Z</dcterms:modified>
</cp:coreProperties>
</file>